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ChanWe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Branded reference deck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101010"/>
      </a:dk1>
      <a:lt1>
        <a:srgbClr val="FFFFFF"/>
      </a:lt1>
      <a:dk2>
        <a:srgbClr val="E94B2B"/>
      </a:dk2>
      <a:lt2>
        <a:srgbClr val="F8F8F8"/>
      </a:lt2>
      <a:accent1>
        <a:srgbClr val="E94B2B"/>
      </a:accent1>
      <a:accent2>
        <a:srgbClr val="101010"/>
      </a:accent2>
      <a:accent3>
        <a:srgbClr val="6B6B6B"/>
      </a:accent3>
      <a:accent4>
        <a:srgbClr val="F8F8F8"/>
      </a:accent4>
      <a:accent5>
        <a:srgbClr val="C9C9C9"/>
      </a:accent5>
      <a:accent6>
        <a:srgbClr val="FF8B73"/>
      </a:accent6>
      <a:hlink>
        <a:srgbClr val="E94B2B"/>
      </a:hlink>
      <a:folHlink>
        <a:srgbClr val="6B6B6B"/>
      </a:folHlink>
    </a:clrScheme>
    <a:fontScheme name="Office">
      <a:majorFont>
        <a:latin typeface="Google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alew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ns1="http://schemas.microsoft.com/office/thememl/2012/main" name="Office Theme">
  <a:themeElements>
    <a:clrScheme name="Office">
      <a:dk1>
        <a:srgbClr val="101010"/>
      </a:dk1>
      <a:lt1>
        <a:srgbClr val="FFFFFF"/>
      </a:lt1>
      <a:dk2>
        <a:srgbClr val="E94B2B"/>
      </a:dk2>
      <a:lt2>
        <a:srgbClr val="F8F8F8"/>
      </a:lt2>
      <a:accent1>
        <a:srgbClr val="E94B2B"/>
      </a:accent1>
      <a:accent2>
        <a:srgbClr val="101010"/>
      </a:accent2>
      <a:accent3>
        <a:srgbClr val="6B6B6B"/>
      </a:accent3>
      <a:accent4>
        <a:srgbClr val="F8F8F8"/>
      </a:accent4>
      <a:accent5>
        <a:srgbClr val="C9C9C9"/>
      </a:accent5>
      <a:accent6>
        <a:srgbClr val="FF8B73"/>
      </a:accent6>
      <a:hlink>
        <a:srgbClr val="E94B2B"/>
      </a:hlink>
      <a:folHlink>
        <a:srgbClr val="6B6B6B"/>
      </a:folHlink>
    </a:clrScheme>
    <a:fontScheme name="Office">
      <a:majorFont>
        <a:latin typeface="Google Sans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aleway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2026-03-06T19:22:16Z</dcterms:created>
  <dcterms:modified xsi:type="dcterms:W3CDTF">2026-03-06T19:22:16Z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